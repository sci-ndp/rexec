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8"/>
    <p:restoredTop sz="96327"/>
  </p:normalViewPr>
  <p:slideViewPr>
    <p:cSldViewPr snapToGrid="0">
      <p:cViewPr>
        <p:scale>
          <a:sx n="125" d="100"/>
          <a:sy n="125" d="100"/>
        </p:scale>
        <p:origin x="24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1B02-04E0-86CD-55A8-5FF26160C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F6298-4F64-EE6F-B842-20E489C2B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6D9FC-F956-CA5B-C909-1ABEA48A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6DC6-502C-DDC3-886D-3857BDB7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3ED96-A7C4-3091-9749-1E176FB1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4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857F-AF32-969F-1F74-0E49BB43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E5525-68C3-36F3-FB6E-FF07D2829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C58DC-DBC8-EA35-F0CD-823D7213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9776-C157-9B1E-BFEF-2A40A575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F9714-6BE3-DFE3-851F-2AB1C73B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8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AA5C-3423-AC58-087C-C327ED47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8BD95-9FD9-08A6-43A6-9FF743943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AC844-4C71-42A1-8D6A-20F2359F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5F6E9-E2BC-7D8A-277D-41BF82A6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E7A1B-25F4-507C-A967-0FA2542E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AD49-5357-57B1-5D52-8DA7BA85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51D38-2708-CB39-A97C-E4E9EE3ED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F15F-F13B-3DF1-EC86-DDA53D87B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292C2-2F0D-B619-7B67-93656E07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2A4ED-1E23-37D0-5657-05376177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ECAE5-2F51-B86F-B8EE-EEBEFB2D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0CA9-F1F3-C5C1-4A7A-6AEF23B2F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38196-DF80-7D2D-CFFB-EBDA0ECB7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F35D0-5E21-3266-97C5-D41FF8C2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1C0C2-49A7-BAE3-ED41-562AAC62E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29767-F53B-4B3C-C457-326E00271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9B89C-BABA-3981-3826-D70E46F8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C4BBA-33F5-73DF-7C01-F58E45BD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6FE0B-6BD0-78DF-C9F0-2030223C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DEBE-B9CB-59FE-14E0-32AA1C70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514AC-0C77-1954-04B5-97BFCC73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D796B-2A2D-2D7C-2D0E-C69537F6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9928F-1C67-AB87-15B3-42CFBB70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1AB6E-3478-24FE-70F5-882FE5DE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65773F-37F7-5D14-6F87-1BE46515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C8057-D11C-20B0-CE7D-027683BD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2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1157-1770-01E1-B15E-EFBF77E7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27A7-E195-8BA8-3E17-F26E46A05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A91D6-2433-880E-F7AE-C629208F9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8AE77-119E-4E99-164F-4478B799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603FC-6B35-5955-CAAE-709F28F5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421E5-39FF-06C3-A7E8-78658603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9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0B91-0D62-CFCE-A957-0318D49D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7D4B7-76DE-EF6D-4693-61526163C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85209-65D4-4875-AC5F-490852A37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45EBC-8495-AB45-BAE6-63B52151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1DB9C-C147-EDA0-3FE5-3929FC1B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D7C15-262D-8419-2FE3-C182334D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1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4E7A-BD69-E142-EFB5-9BB086AC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EA55-877E-1B7F-B048-BAA9E3517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DE9EF-513D-043A-EDEB-6609DA06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3B593-391E-7120-CD33-E0BBF77F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254BD-7440-2855-BF59-472EE982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9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C7B79-19E8-EA3B-DFA4-ED2B855D8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22A20-E531-D22D-F79F-29396DE96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3B5C4-C813-2A15-575E-44F0E5D1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725-CE75-F290-FE68-CBEADA20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434C3-CCEA-51C1-F98F-BD371ACE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5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993D2-6E9B-DB57-37FC-CD6D8F1B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15048-8F1F-71D3-EEB4-351E7F683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B6A32-7A5E-D397-DC88-0AD9E9E55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2FE3-8C97-E741-8C55-26129F2EA0F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2C08C-275D-4B8A-E9D6-0A2997D92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9F3DB-3C10-3246-8B4D-95EB93FE6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2E0CB-555B-8D4D-BE8A-D26BAB5E8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8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5973E7-3291-E8BE-0FE0-E20DDB6C3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01" y="5046585"/>
            <a:ext cx="3103476" cy="1622593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407934-49B7-9932-014B-8ED708DD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4" b="7654"/>
          <a:stretch>
            <a:fillRect/>
          </a:stretch>
        </p:blipFill>
        <p:spPr>
          <a:xfrm>
            <a:off x="845943" y="1387348"/>
            <a:ext cx="3111934" cy="30734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28F5AA95-8AC5-971E-F542-DBA7518ED6FF}"/>
              </a:ext>
            </a:extLst>
          </p:cNvPr>
          <p:cNvCxnSpPr>
            <a:cxnSpLocks/>
            <a:endCxn id="28" idx="1"/>
          </p:cNvCxnSpPr>
          <p:nvPr/>
        </p:nvCxnSpPr>
        <p:spPr>
          <a:xfrm rot="10800000" flipV="1">
            <a:off x="854401" y="3297306"/>
            <a:ext cx="2983144" cy="2560575"/>
          </a:xfrm>
          <a:prstGeom prst="bentConnector3">
            <a:avLst>
              <a:gd name="adj1" fmla="val 1076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D42216A2-5097-9243-2343-DCA1410AA3EB}"/>
              </a:ext>
            </a:extLst>
          </p:cNvPr>
          <p:cNvCxnSpPr>
            <a:cxnSpLocks/>
          </p:cNvCxnSpPr>
          <p:nvPr/>
        </p:nvCxnSpPr>
        <p:spPr>
          <a:xfrm flipV="1">
            <a:off x="1289028" y="348258"/>
            <a:ext cx="3394863" cy="3152993"/>
          </a:xfrm>
          <a:prstGeom prst="bentConnector3">
            <a:avLst>
              <a:gd name="adj1" fmla="val 8818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29A4E2-8960-2F23-13E8-4A455D51E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891" y="167862"/>
            <a:ext cx="6662166" cy="6565359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76" name="Title 1">
            <a:extLst>
              <a:ext uri="{FF2B5EF4-FFF2-40B4-BE49-F238E27FC236}">
                <a16:creationId xmlns:a16="http://schemas.microsoft.com/office/drawing/2014/main" id="{54CDEADC-2623-FF69-9B78-49FB2035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43" y="327299"/>
            <a:ext cx="4346864" cy="644236"/>
          </a:xfrm>
        </p:spPr>
        <p:txBody>
          <a:bodyPr>
            <a:normAutofit fontScale="90000"/>
          </a:bodyPr>
          <a:lstStyle/>
          <a:p>
            <a:r>
              <a:rPr lang="en-US" dirty="0"/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59973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42341-DED9-D435-696E-72642ED5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B05ABC-BF04-060E-88B6-5FA9C1ABD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8" y="4717203"/>
            <a:ext cx="2704029" cy="141375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031589-7F24-6A94-3760-33967A9709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4" b="7654"/>
          <a:stretch>
            <a:fillRect/>
          </a:stretch>
        </p:blipFill>
        <p:spPr>
          <a:xfrm>
            <a:off x="730690" y="1691014"/>
            <a:ext cx="2711398" cy="26778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F34E523-9815-C444-27F7-9849BFDBDB3F}"/>
              </a:ext>
            </a:extLst>
          </p:cNvPr>
          <p:cNvCxnSpPr>
            <a:cxnSpLocks/>
            <a:endCxn id="28" idx="1"/>
          </p:cNvCxnSpPr>
          <p:nvPr/>
        </p:nvCxnSpPr>
        <p:spPr>
          <a:xfrm rot="5400000">
            <a:off x="516902" y="3571889"/>
            <a:ext cx="2074435" cy="1629942"/>
          </a:xfrm>
          <a:prstGeom prst="bentConnector4">
            <a:avLst>
              <a:gd name="adj1" fmla="val 427"/>
              <a:gd name="adj2" fmla="val 114025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2047537E-40FA-9EB2-B879-3CDD59758E95}"/>
              </a:ext>
            </a:extLst>
          </p:cNvPr>
          <p:cNvCxnSpPr>
            <a:cxnSpLocks/>
          </p:cNvCxnSpPr>
          <p:nvPr/>
        </p:nvCxnSpPr>
        <p:spPr>
          <a:xfrm flipV="1">
            <a:off x="1128118" y="488154"/>
            <a:ext cx="3116128" cy="3071475"/>
          </a:xfrm>
          <a:prstGeom prst="bentConnector3">
            <a:avLst>
              <a:gd name="adj1" fmla="val 8521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itle 1">
            <a:extLst>
              <a:ext uri="{FF2B5EF4-FFF2-40B4-BE49-F238E27FC236}">
                <a16:creationId xmlns:a16="http://schemas.microsoft.com/office/drawing/2014/main" id="{900F284A-189F-8B43-902E-1150B0D1B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8" y="604043"/>
            <a:ext cx="4346864" cy="644236"/>
          </a:xfrm>
        </p:spPr>
        <p:txBody>
          <a:bodyPr>
            <a:normAutofit fontScale="90000"/>
          </a:bodyPr>
          <a:lstStyle/>
          <a:p>
            <a:r>
              <a:rPr lang="en-US" dirty="0"/>
              <a:t>next steps</a:t>
            </a:r>
          </a:p>
        </p:txBody>
      </p:sp>
      <p:pic>
        <p:nvPicPr>
          <p:cNvPr id="36" name="Picture 3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D31709-09A8-A0D2-F297-517D610DB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335" y="195785"/>
            <a:ext cx="7105089" cy="6466430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05014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3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current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Yutian Qin</dc:creator>
  <cp:lastModifiedBy>Yutian Qin</cp:lastModifiedBy>
  <cp:revision>22</cp:revision>
  <dcterms:created xsi:type="dcterms:W3CDTF">2025-11-05T19:13:26Z</dcterms:created>
  <dcterms:modified xsi:type="dcterms:W3CDTF">2025-11-06T06:00:21Z</dcterms:modified>
</cp:coreProperties>
</file>